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1FC6D1-E223-48B1-B3BA-E39B5A71C1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62123F8-7EE7-47D9-AE61-C1F08417988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LibreOffice/25.8.5.2$Linux_X86_64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